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4FF7-E944-C330-8073-7C64AB710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90DEA-BDF3-2FE5-7F4B-F80BE3897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03909-2FE3-6787-2D30-B4BB52CA0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D900F-0469-DD1F-4DDA-3689BF72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B05BE-3C15-C932-C98B-FB5FABFE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9456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68A4-989D-0087-EAEE-CBA3E3B7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35A8B-FC65-6BA2-50B9-B96B0AD22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1B99F-B2E2-F36E-B1E2-EBAC38E67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9389B-EC3C-8C13-2010-742F6599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D7605-9F9C-4F6F-479B-645B4BB5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695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DAAC-7AEE-ECAD-959F-5A2718F80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55B06-C558-39B4-72F5-B221B31F2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6276F-8924-C45A-73B3-B3A9DB8C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BF1AC-392D-8137-BD00-2DDD3BBE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664B7-51BB-6690-9FFC-DBFB02A9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6048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7C69-7F89-F381-240C-EC62BA36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AEA6-033F-2238-78E0-8E41217CF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B531B-ED93-A9E8-28BB-D96D80CE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4D018-3FA7-3466-3226-9AB0995A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422BC-5C7E-5918-B4D3-28266DFE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7773-0A90-8277-5C91-21E3B360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71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54C9-6A5A-61BC-CE22-26E5C46E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C13E8-23A3-A111-6A1D-786032ECD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D1D6A-5543-B426-2C94-604ED6ED8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3A376-128A-B14E-5062-1E3D7D2C9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70A42-7DC5-96F4-BB47-B5F6CB537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C77D67-C57A-C20F-AEDE-1C7CC30D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67FEC-1E9A-3F01-DFDA-F3E82678F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04B0D-4320-6C50-0618-B8F17265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971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8006-5BB7-9434-116A-BEDBB91C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9AEDE-0B36-8B91-53D2-36FAA036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80A06-69F3-5445-9FE5-45AFADE7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0E2A3-E3E2-A2B4-7260-BE8B4066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7825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7FDC62-3229-CBBE-8D28-AE20D548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C10FC-CC30-1B60-1F54-F7D2E6EA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7317C-E9CD-BF46-3AA4-6C41306C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057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35B9-1AAC-20A8-D988-7D440117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F938D-C64E-FDA4-C1C8-45F48C97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19ABA-29B3-C6A8-02DD-C7FA11A1F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EC310-77D0-1517-1426-CCE93965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B2F85-096A-6260-F390-A3C05691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51F2E-2AF5-FC36-EE3D-30010C91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6821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8E3C-6AE9-3EE5-A8E6-00C09975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9B4D8-12B2-D6DF-C7C5-ABE2E0653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65670-12A8-2354-AF8D-1528C05DE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BFB94-930F-94AC-D594-8895B0A7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A8583-DE48-733A-47B9-26FF0DB7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82827-8915-757C-A6E9-2295B8E0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9613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9103-7D92-3E02-E81B-9F59C98B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85818-9B71-77F4-AFB9-BF22D6A87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A8A52-6D32-C314-5DBF-57D7A256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5AC20-6FA2-11A1-4C52-2D922368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DE8C5-DBED-D372-92F9-BF2A03E5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379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93571-C516-B0B0-874F-C21E6F2CD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CFA5F-0708-A43C-C93F-212D7FD15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C79EC-9410-3C63-964D-B16AE831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67475-66F1-7E66-DADC-3029B0DB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D649-05B8-AB2B-445F-4132D48D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9674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54F01-9AF5-731C-7158-B0F73E7C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03F5D-9535-3806-DCA9-8EC3C66C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F58E-8337-6B1F-CB76-1151ED38F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77404-1D1A-474F-84BB-938881E4F2EF}" type="datetimeFigureOut">
              <a:rPr lang="vi-VN" smtClean="0"/>
              <a:t>13/06/2026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D5AD-98B4-FE0A-0898-5428ED684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6739-4843-C370-105E-8E74CC825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AF18A-3D69-4FF3-B86A-8AC278972C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493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8D2B9-E9C4-510D-AEBD-0C36694F5D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" y="914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8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933B56-832E-BA7F-7A00-425FF36991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910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8E4748-6D2C-D6F7-E63A-0497B5510C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0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F4E689-0F65-A786-19E2-FD2718B6FC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1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9818E-394C-91BC-5560-0ECCF07687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6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D7498-A09D-DCF8-E547-78E650DB19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4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E3ECD8-4732-69C3-8899-130EA30540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0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8072A-F205-D708-8636-4B7F4D3BCE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9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D1255-0C50-965E-617F-A9018A2DE3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8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901FF-7C4F-05C7-8F7A-10E5532C8F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43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A19E7-4FE3-D5BD-442A-531EA42FA1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5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Duy Quang</dc:creator>
  <cp:lastModifiedBy>Pham Duy Quang</cp:lastModifiedBy>
  <cp:revision>2</cp:revision>
  <dcterms:created xsi:type="dcterms:W3CDTF">2026-06-13T08:04:18Z</dcterms:created>
  <dcterms:modified xsi:type="dcterms:W3CDTF">2026-06-13T08:14:01Z</dcterms:modified>
</cp:coreProperties>
</file>